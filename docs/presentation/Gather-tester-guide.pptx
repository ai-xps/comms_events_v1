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3A24"/>
          </a:solidFill>
          <a:ln w="12700">
            <a:solidFill>
              <a:srgbClr val="8B3A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C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Gather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Tester guide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0175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calendar for one Birmingham community. Accounts are created by an admin. Members sign in with a cell number and password.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3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https://commseventsv1-production.up.railway.app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6126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does: docs/FUNCTIONAL.md   ·   Weak points: docs/REVIEW.md   ·   17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cell number and password your cell leader gave you. There is no public sign-up.</a:t>
            </a:r>
            <a:endParaRPr lang="en-US" sz="1600" dirty="0"/>
          </a:p>
        </p:txBody>
      </p:sp>
      <p:pic>
        <p:nvPicPr>
          <p:cNvPr id="4" name="Image 0" descr="/Users/ante/Documents/dotfiles/bham_comms_events/docs/presentation/shots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868680"/>
            <a:ext cx="5166360" cy="5440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417320"/>
            <a:ext cx="5852160" cy="4434840"/>
          </a:xfrm>
          <a:prstGeom prst="roundRect">
            <a:avLst>
              <a:gd name="adj" fmla="val 2474"/>
            </a:avLst>
          </a:prstGeom>
          <a:solidFill>
            <a:srgbClr val="FFFDF8"/>
          </a:solidFill>
          <a:ln w="12700">
            <a:solidFill>
              <a:srgbClr val="D9CB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accounts (this deployment only)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5486400" cy="1920240"/>
        </p:xfrm>
        <a:graphic>
          <a:graphicData uri="http://schemas.openxmlformats.org/drawingml/2006/table">
            <a:tbl>
              <a:tblPr/>
              <a:tblGrid>
                <a:gridCol w="1554480"/>
                <a:gridCol w="2011680"/>
                <a:gridCol w="1920240"/>
              </a:tblGrid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16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16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number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16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Password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6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6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07000000001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6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AdminPass1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6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leader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6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07000000002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6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LeaderPass1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6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6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07000000004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6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MemberPass1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4023360"/>
            <a:ext cx="5486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sees every page. Cell leaders see Insights for their own cell, pending review, and their members. Members see the calendar, bookings, and Attend.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 ·  Birmingham  ·  17 October 2026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an event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Month, week and day follow the date you pick. All types and Any format clear the filter. The map stays on the page.</a:t>
            </a:r>
            <a:endParaRPr lang="en-US" sz="1600" dirty="0"/>
          </a:p>
        </p:txBody>
      </p:sp>
      <p:pic>
        <p:nvPicPr>
          <p:cNvPr id="4" name="Image 0" descr="/Users/ante/Documents/dotfiles/bham_comms_events/docs/presentation/shots/calendar-to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5029200"/>
          </a:xfrm>
          <a:prstGeom prst="rect">
            <a:avLst/>
          </a:prstGeom>
        </p:spPr>
      </p:pic>
      <p:pic>
        <p:nvPicPr>
          <p:cNvPr id="5" name="Image 1" descr="/Users/ante/Documents/dotfiles/bham_comms_events/docs/presentation/shots/calendar-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34440"/>
            <a:ext cx="4389120" cy="3246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360920" y="4617720"/>
            <a:ext cx="4389120" cy="1645920"/>
          </a:xfrm>
          <a:prstGeom prst="roundRect">
            <a:avLst>
              <a:gd name="adj" fmla="val 5556"/>
            </a:avLst>
          </a:prstGeom>
          <a:solidFill>
            <a:srgbClr val="FFFDF8"/>
          </a:solidFill>
          <a:ln w="12700">
            <a:solidFill>
              <a:srgbClr val="D9CBB6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498080" y="475488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</a:t>
            </a:r>
            <a:pPr indent="0" marL="0">
              <a:buNone/>
            </a:pPr>
            <a:r>
              <a:rPr lang="en-US" sz="14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and Day for today. Christian, then All types. Online, then Any format — the map should still be there.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 ·  Birmingham  ·  17 October 2026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Attend, then confirm</a:t>
            </a:r>
            <a:endParaRPr lang="en-US" sz="2800" dirty="0"/>
          </a:p>
        </p:txBody>
      </p:sp>
      <p:pic>
        <p:nvPicPr>
          <p:cNvPr id="3" name="Image 0" descr="/Users/ante/Documents/dotfiles/bham_comms_events/docs/presentation/shots/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6949440" cy="5257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589520" y="1051560"/>
            <a:ext cx="4160520" cy="5074920"/>
          </a:xfrm>
          <a:prstGeom prst="roundRect">
            <a:avLst>
              <a:gd name="adj" fmla="val 2637"/>
            </a:avLst>
          </a:prstGeom>
          <a:solidFill>
            <a:srgbClr val="FFFDF8"/>
          </a:solidFill>
          <a:ln w="12700">
            <a:solidFill>
              <a:srgbClr val="D9CBB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772400" y="1280160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0" y="1572768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that you plan to go. Capacity is checked.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0" y="2423160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you go?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772400" y="2715768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event, say whether you went. That is attendance, not the click.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0" y="3566160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0" y="3858768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bookmark. It drops after the event ends.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772400" y="4709160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sees names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772400" y="5001768"/>
            <a:ext cx="3794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chooses count only, initials, or name + cell.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 ·  Birmingham  ·  17 October 2026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Insights (admin and cell leaders)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numbers on the page, in the file, and in a short share. Cells with fewer than three people show as &lt;3.</a:t>
            </a:r>
            <a:endParaRPr lang="en-US" sz="1600" dirty="0"/>
          </a:p>
        </p:txBody>
      </p:sp>
      <p:pic>
        <p:nvPicPr>
          <p:cNvPr id="4" name="Image 0" descr="/Users/ante/Documents/dotfiles/bham_comms_events/docs/presentation/shots/insights-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126480" cy="5029200"/>
          </a:xfrm>
          <a:prstGeom prst="rect">
            <a:avLst/>
          </a:prstGeom>
        </p:spPr>
      </p:pic>
      <p:pic>
        <p:nvPicPr>
          <p:cNvPr id="5" name="Image 1" descr="/Users/ante/Documents/dotfiles/bham_comms_events/docs/presentation/shots/insights-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34440"/>
            <a:ext cx="4983480" cy="5029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 ·  Birmingham  ·  17 October 2026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6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try  ·  what this is not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5669280" cy="5212080"/>
          </a:xfrm>
          <a:prstGeom prst="roundRect">
            <a:avLst>
              <a:gd name="adj" fmla="val 2105"/>
            </a:avLst>
          </a:prstGeom>
          <a:solidFill>
            <a:srgbClr val="FFFDF8"/>
          </a:solidFill>
          <a:ln w="12700">
            <a:solidFill>
              <a:srgbClr val="D9CB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55080" y="960120"/>
            <a:ext cx="5349240" cy="5212080"/>
          </a:xfrm>
          <a:prstGeom prst="roundRect">
            <a:avLst>
              <a:gd name="adj" fmla="val 2105"/>
            </a:avLst>
          </a:prstGeom>
          <a:solidFill>
            <a:srgbClr val="FFFDF8"/>
          </a:solidFill>
          <a:ln w="12700">
            <a:solidFill>
              <a:srgbClr val="D9CB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430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Please try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521208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and Day show this week’s / today’s events.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Christian, then All types, restores every type.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is still there after Online, then Any format.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 as a member. Confirm later if asked.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event: place on the map, Event Link, publish — you should land back on pending.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Insights: download CSV, copy the summary. Members should not see Insights.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0" y="1143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in this phase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583680" y="1645920"/>
            <a:ext cx="49377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sign-up, email or SMS from Gather, member password reset.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website scrape (fixtures only).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Phone-first redesign (section 16) — this demo is the cream paper look.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opens your own app. Gather does not send the message.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C1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on docs/FUNCTIONAL.md is still for Guillaume.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9601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 ·  Birmingham  ·  17 October 2026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07040" y="651052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Gather — tester guide</dc:title>
  <dc:subject>Birmingham community events, 17 October 2026</dc:subject>
  <dc:creator>Gather</dc:creator>
  <cp:lastModifiedBy>Gather</cp:lastModifiedBy>
  <cp:revision>1</cp:revision>
  <dcterms:created xsi:type="dcterms:W3CDTF">2026-10-17T15:33:11Z</dcterms:created>
  <dcterms:modified xsi:type="dcterms:W3CDTF">2026-10-17T15:33:11Z</dcterms:modified>
</cp:coreProperties>
</file>