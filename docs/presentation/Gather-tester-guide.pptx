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3A24"/>
          </a:solidFill>
          <a:ln w="12700">
            <a:solidFill>
              <a:srgbClr val="8B3A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C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Gather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B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quick look around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calendar for one community in Birmingham. Have a click. Nothing here is a test you can fail.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https://commseventsv1-production.up.railway.app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cell leader gives you a cell number and a password. That is the whole door. There is no public sign-up.</a:t>
            </a:r>
            <a:endParaRPr lang="en-US" sz="1700" dirty="0"/>
          </a:p>
        </p:txBody>
      </p:sp>
      <p:pic>
        <p:nvPicPr>
          <p:cNvPr id="4" name="Image 0" descr="/Users/ante/Documents/dotfiles/bham_comms_events/docs/presentation/shot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868680"/>
            <a:ext cx="5166360" cy="5440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600200"/>
            <a:ext cx="5852160" cy="4434840"/>
          </a:xfrm>
          <a:prstGeom prst="roundRect">
            <a:avLst>
              <a:gd name="adj" fmla="val 2474"/>
            </a:avLst>
          </a:prstGeom>
          <a:solidFill>
            <a:srgbClr val="FFFDF8"/>
          </a:solidFill>
          <a:ln w="12700">
            <a:solidFill>
              <a:srgbClr val="D9CB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8288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85800" y="217627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calendar, click Attend, confirm later if you went.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3108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 leaders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5800" y="345643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after their own cell, review pending events, see Insights for that cell.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43891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85800" y="473659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people up, runs the scraper, sees the whole region.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 ·  Birmingham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something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week or day. Filter by type if you like. The map stays at the bottom even when a day is quiet.</a:t>
            </a:r>
            <a:endParaRPr lang="en-US" sz="1700" dirty="0"/>
          </a:p>
        </p:txBody>
      </p:sp>
      <p:pic>
        <p:nvPicPr>
          <p:cNvPr id="4" name="Image 0" descr="/Users/ante/Documents/dotfiles/bham_comms_events/docs/presentation/shots/calendar-to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766560" cy="5029200"/>
          </a:xfrm>
          <a:prstGeom prst="rect">
            <a:avLst/>
          </a:prstGeom>
        </p:spPr>
      </p:pic>
      <p:pic>
        <p:nvPicPr>
          <p:cNvPr id="5" name="Image 1" descr="/Users/ante/Documents/dotfiles/bham_comms_events/docs/presentation/shots/calendar-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234440"/>
            <a:ext cx="438912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360920" y="4617720"/>
            <a:ext cx="4389120" cy="164592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2700">
            <a:solidFill>
              <a:srgbClr val="D9CBB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543800" y="4773168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week and day for today. Tap a type, then All types — everything should come back.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 ·  Birmingham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Attend, then say if you went</a:t>
            </a:r>
            <a:endParaRPr lang="en-US" sz="2800" dirty="0"/>
          </a:p>
        </p:txBody>
      </p:sp>
      <p:pic>
        <p:nvPicPr>
          <p:cNvPr id="3" name="Image 0" descr="/Users/ante/Documents/dotfiles/bham_comms_events/docs/presentation/shots/ev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6949440" cy="5257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89520" y="1051560"/>
            <a:ext cx="4160520" cy="5074920"/>
          </a:xfrm>
          <a:prstGeom prst="roundRect">
            <a:avLst>
              <a:gd name="adj" fmla="val 2637"/>
            </a:avLst>
          </a:prstGeom>
          <a:solidFill>
            <a:srgbClr val="FFFDF8"/>
          </a:solidFill>
          <a:ln w="12700">
            <a:solidFill>
              <a:srgbClr val="D9CBB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0" y="128016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0" y="1591056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you plan to go. That is it.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0" y="242316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you go?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0" y="2734056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event, a quiet prompt. Yes, no, or later.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0" y="356616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0" y="3877056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bookmark. It drops once the event is over.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0" y="470916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72400" y="5020056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usually see a count. An admin can choose initials, or name and cell.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 ·  Birmingham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Insights, if you lead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sees the region. Cell leaders see their own cell. Members do not see this page. A file or a short share uses the same numbers as the screen.</a:t>
            </a:r>
            <a:endParaRPr lang="en-US" sz="1600" dirty="0"/>
          </a:p>
        </p:txBody>
      </p:sp>
      <p:pic>
        <p:nvPicPr>
          <p:cNvPr id="4" name="Image 0" descr="/Users/ante/Documents/dotfiles/bham_comms_events/docs/presentation/shots/insights-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6126480" cy="4937760"/>
          </a:xfrm>
          <a:prstGeom prst="rect">
            <a:avLst/>
          </a:prstGeom>
        </p:spPr>
      </p:pic>
      <p:pic>
        <p:nvPicPr>
          <p:cNvPr id="5" name="Image 1" descr="/Users/ante/Documents/dotfiles/bham_comms_events/docs/presentation/shots/insights-sh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25880"/>
            <a:ext cx="4983480" cy="4937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 ·  Birmingham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a play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669280" cy="5212080"/>
          </a:xfrm>
          <a:prstGeom prst="roundRect">
            <a:avLst>
              <a:gd name="adj" fmla="val 2105"/>
            </a:avLst>
          </a:prstGeom>
          <a:solidFill>
            <a:srgbClr val="FFFDF8"/>
          </a:solidFill>
          <a:ln w="12700">
            <a:solidFill>
              <a:srgbClr val="D9CB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55080" y="960120"/>
            <a:ext cx="5349240" cy="5212080"/>
          </a:xfrm>
          <a:prstGeom prst="roundRect">
            <a:avLst>
              <a:gd name="adj" fmla="val 2105"/>
            </a:avLst>
          </a:prstGeom>
          <a:solidFill>
            <a:srgbClr val="FFFDF8"/>
          </a:solidFill>
          <a:ln w="12700">
            <a:solidFill>
              <a:srgbClr val="D9CB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704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Nice ones to tap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and day for today.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chip, then All types.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to the map.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event and click Attend.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add events: drop a pin, add a link, publish — you should land back on pending.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0" y="11704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this round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169164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sign-up, email or texts from Gather.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opens your own app. Gather does not send the message.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phone-first look is still to come. This demo is the cream paper one.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C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feels off, say so. That is the point of looking.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 ·  Birmingham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Gather — a quick look</dc:title>
  <dc:subject>Birmingham community events</dc:subject>
  <dc:creator>Gather</dc:creator>
  <cp:lastModifiedBy>Gather</cp:lastModifiedBy>
  <cp:revision>1</cp:revision>
  <dcterms:created xsi:type="dcterms:W3CDTF">2026-10-17T15:46:42Z</dcterms:created>
  <dcterms:modified xsi:type="dcterms:W3CDTF">2026-10-17T15:46:42Z</dcterms:modified>
</cp:coreProperties>
</file>