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Birmingham community calendar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https://commseventsv1-production.up.railway.app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live role-play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05840"/>
            <a:ext cx="539496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event tonight? Who’s going? Chat says maybe — but was it vetted? Afterward: who was actually there?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3796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leader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appear from the web. Some need review. Members book late or offline. We need one controlled place.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C2C2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3317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C2C2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C2C2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08660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C2C2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25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32688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2C2C2E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loops back into capture.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https://github.com/ai-xps/comms_events_v1</a:t>
            </a:r>
            <a:endParaRPr lang="en-US" sz="1600" dirty="0"/>
          </a:p>
        </p:txBody>
      </p:sp>
      <p:pic>
        <p:nvPicPr>
          <p:cNvPr id="19" name="Image 0" descr="/Users/ante/Documents/dotfiles/bham_comms_events/docs/presentation/shots/calendar-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4937760"/>
            <a:ext cx="2926080" cy="1280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— demo on video or live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event · see who’s going · Attend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leader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26280" y="22860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· add · book · attendance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38160" y="11887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66760" y="22860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· visibility · accounts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Improve UX from team feedback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Finish testing (bugs + smoke)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Team hosting — more than one person can deploy and change requirements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Later: shared fonts, charts, templates, and Git standards across apps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· ask for 10 minutes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role-play script · next-steps narrative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Guillaume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ask · cell import · scenario videos · Canva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GitHub · tech brief · loop visual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 ·  Birmingham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0" y="6510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Gather — stakeholder</dc:title>
  <dc:subject>Birmingham community events</dc:subject>
  <dc:creator>Gather</dc:creator>
  <cp:lastModifiedBy>Gather</cp:lastModifiedBy>
  <cp:revision>1</cp:revision>
  <dcterms:created xsi:type="dcterms:W3CDTF">2026-10-19T19:26:46Z</dcterms:created>
  <dcterms:modified xsi:type="dcterms:W3CDTF">2026-10-19T19:26:46Z</dcterms:modified>
</cp:coreProperties>
</file>